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RAILBLOCK AI (IR-COAS)</a:t>
            </a:r>
          </a:p>
          <a:p>
            <a:pPr>
              <a:spcBef>
                <a:spcPts val="1200"/>
              </a:spcBef>
              <a:defRPr sz="2200">
                <a:solidFill>
                  <a:srgbClr val="DBEAFE"/>
                </a:solidFill>
              </a:defRPr>
            </a:pPr>
            <a:r>
              <a:t>Frontend API Integration &amp; System Handover Architecture</a:t>
            </a:r>
          </a:p>
          <a:p>
            <a:pPr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t>Complete Developer Reference for Portals 1, 2, and 3 • ₹100-Crore Enterprise Scope</a:t>
            </a:r>
          </a:p>
          <a:p>
            <a:pPr>
              <a:spcBef>
                <a:spcPts val="2400"/>
              </a:spcBef>
              <a:defRPr sz="1100">
                <a:solidFill>
                  <a:srgbClr val="CBD5E1"/>
                </a:solidFill>
              </a:defRPr>
            </a:pPr>
            <a:r>
              <a:t>Indian Railways Operating Manual (Form T/351 Standard) • SWR Bengaluru Division (SBC-MYS Corridor)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Three Strictly Decoupled Standalone Portals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Zero Cross-Portal Linking • Independent Hardware Terminal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D6B"/>
                </a:solidFill>
              </a:defRPr>
            </a:pPr>
            <a:r>
              <a:t>PORTAL 1: Cockpit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Route: /cockpit &amp; /cockpit/requests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Operator: Chief Section Controller</a:t>
            </a:r>
          </a:p>
          <a:p>
            <a:pPr>
              <a:spcBef>
                <a:spcPts val="1200"/>
              </a:spcBef>
              <a:defRPr sz="900">
                <a:solidFill>
                  <a:srgbClr val="0F172A"/>
                </a:solidFill>
              </a:defRPr>
            </a:pPr>
            <a:r>
              <a:t>• Master Corridor Gantt Radar with station timeline.</a:t>
            </a:r>
            <a:br/>
            <a:r>
              <a:t>• 6 AI Agents telemetry &amp; SIL-4 guardian validation.</a:t>
            </a:r>
            <a:br/>
            <a:r>
              <a:t>• Form T/351 Field Demands Desk.</a:t>
            </a:r>
            <a:br/>
            <a:r>
              <a:t>• Pareto profile selection (Balanced, Safety-Max, Throughput-Max).</a:t>
            </a:r>
            <a:br/>
            <a:r>
              <a:t>• Sub-250ms dynamic emergency defect solver.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PORTAL 2: Field JE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Route: /field/request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Operator: Junior Engineer (P-Way / S&amp;T / TRD)</a:t>
            </a:r>
          </a:p>
          <a:p>
            <a:pPr>
              <a:spcBef>
                <a:spcPts val="1200"/>
              </a:spcBef>
              <a:defRPr sz="900">
                <a:solidFill>
                  <a:srgbClr val="0F172A"/>
                </a:solidFill>
              </a:defRPr>
            </a:pPr>
            <a:r>
              <a:t>• 4-Operator tenant isolation (JE-01 to JE-04).</a:t>
            </a:r>
            <a:br/>
            <a:r>
              <a:t>• 5-step operational form wizard.</a:t>
            </a:r>
            <a:br/>
            <a:r>
              <a:t>• Defect photo capture and proof upload.</a:t>
            </a:r>
            <a:br/>
            <a:r>
              <a:t>• Locked QR matrix awaiting sanction.</a:t>
            </a:r>
            <a:br/>
            <a:r>
              <a:t>• Unlocked scannable QR permit canvas.</a:t>
            </a:r>
            <a:br/>
            <a:r>
              <a:t>• Live track work countdown timer.</a:t>
            </a:r>
            <a:br/>
            <a:r>
              <a:t>• 130 km/h line speed surrender certification.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PORTAL 3: Station Master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Route: /station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Operator: Station Master / Yard In-Charge</a:t>
            </a:r>
          </a:p>
          <a:p>
            <a:pPr>
              <a:spcBef>
                <a:spcPts val="1200"/>
              </a:spcBef>
              <a:defRPr sz="900">
                <a:solidFill>
                  <a:srgbClr val="0F172A"/>
                </a:solidFill>
              </a:defRPr>
            </a:pPr>
            <a:r>
              <a:t>• Physical station desks (MYA, RMGM, CPT, KGI, BID, SBC, MYS).</a:t>
            </a:r>
            <a:br/>
            <a:r>
              <a:t>• 60 FPS WebRTC camera QR scanner via jsQR.</a:t>
            </a:r>
            <a:br/>
            <a:r>
              <a:t>• Signal point clamping at Danger confirmation.</a:t>
            </a:r>
            <a:br/>
            <a:r>
              <a:t>• Form T/351 local line disconnection grant.</a:t>
            </a:r>
            <a:br/>
            <a:r>
              <a:t>• Ground hazard deferral (Auth: ID 123, PIN 123).</a:t>
            </a:r>
            <a:br/>
            <a:r>
              <a:t>• Historical memos archive with track photo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Unified Form T/351 Operational Lifecycle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Strict Statutory State Machine Across All Three Portals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Requisition</a:t>
            </a:r>
          </a:p>
          <a:p>
            <a:pPr>
              <a:spcBef>
                <a:spcPts val="1000"/>
              </a:spcBef>
              <a:defRPr sz="850">
                <a:solidFill>
                  <a:srgbClr val="64748B"/>
                </a:solidFill>
              </a:defRPr>
            </a:pPr>
            <a:r>
              <a:t>Field JE submits Form T/351 requisition with before-photo. Status: PENDING_SANCTION.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D6B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Awaiting Sanction</a:t>
            </a:r>
          </a:p>
          <a:p>
            <a:pPr>
              <a:spcBef>
                <a:spcPts val="1000"/>
              </a:spcBef>
              <a:defRPr sz="850">
                <a:solidFill>
                  <a:srgbClr val="64748B"/>
                </a:solidFill>
              </a:defRPr>
            </a:pPr>
            <a:r>
              <a:t>Terminal shows locked / blurred QR. Cockpit reviews and sanctions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Permit Unlocked</a:t>
            </a:r>
          </a:p>
          <a:p>
            <a:pPr>
              <a:spcBef>
                <a:spcPts val="1000"/>
              </a:spcBef>
              <a:defRPr sz="850">
                <a:solidFill>
                  <a:srgbClr val="64748B"/>
                </a:solidFill>
              </a:defRPr>
            </a:pPr>
            <a:r>
              <a:t>Cockpit sanctions. QR instantly unlocks with official SWR Memo code. Status: APPROVED.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59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Active Work</a:t>
            </a:r>
          </a:p>
          <a:p>
            <a:pPr>
              <a:spcBef>
                <a:spcPts val="1000"/>
              </a:spcBef>
              <a:defRPr sz="850">
                <a:solidFill>
                  <a:srgbClr val="64748B"/>
                </a:solidFill>
              </a:defRPr>
            </a:pPr>
            <a:r>
              <a:t>Station Master scans QR, clamps signals at Danger. Disconnection granted. Status: IN_PROGRESS.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Surrender Safe</a:t>
            </a:r>
          </a:p>
          <a:p>
            <a:pPr>
              <a:spcBef>
                <a:spcPts val="1000"/>
              </a:spcBef>
              <a:defRPr sz="850">
                <a:solidFill>
                  <a:srgbClr val="64748B"/>
                </a:solidFill>
              </a:defRPr>
            </a:pPr>
            <a:r>
              <a:t>JE surrenders track with after-photo. Line certified fit for 130 km/h. Status: COMPLETED.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Portal 1: Section Controller Cockpit Endpoints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Master Scheduling, 6 AI Agents &amp; Demands Sanctioning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/api/v1/orchestrator/pipeline/full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Triggers 6-agent full cognitive optimization loop (Weekly/Monthly). Returns plan_id, metrics &amp; scheduled blocks.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GET  /api/v1/agents/status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Returns operational telemetry for all 6 AI Agents (Sentinel Guardian, Priority, Fusion, CP-SAT, Interlocking, Emergency Re-opt).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GET  /api/v1/orchestrator/demands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Fetches active field requisitions from TMS, SMMS, and Field JE terminals.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/api/v1/orchestrator/demand/sanction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Approves requisition, generates worker memo code (MEMO-SWR-MYA-2026-xxx), and unlocks Field JE QR code.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/api/v1/orchestrator/emergency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Injects high-severity USFD rail fracture with sub-250ms dynamic re-optimization preserving frozen blocks.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/api/v1/orchestrator/sanction-rescheduled-slot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Sanctions auto-rescheduled night slot following Station Master ground hazard deferral.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/api/v1/orchestrator/approve/{plan_id}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Section Controller digital sign-off with cryptographic hash (e.g. SHA256-KRV-SWR-...).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POST /api/v1/orchestrator/reset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Universal platform zero-reset across all 3 portals (broadcasts SYSTEM_RESET).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Portal 2: Field Junior Engineer Terminal Endpoints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Form T/351 Requisition, Multi-User Isolation &amp; Speed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059669"/>
                </a:solidFill>
              </a:defRPr>
            </a:pPr>
            <a:r>
              <a:t>• Multi-User Tenant State Isolation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4 official operator profiles (JE-01 P-Way, JE-02 S&amp;T, JE-03 TRD, JE-04 Track Maint). Stored in localStorage under railblock_field_active_req_id_${userId}. Zero state leakage.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</a:defRPr>
            </a:pPr>
            <a:r>
              <a:t>• POST /api/v1/orchestrator/demand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Submits Form T/351 demand (Dept, KM From/To, Duration, Defect Photo). Returns task_id &amp; priority score. Advances to Step 2.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</a:defRPr>
            </a:pPr>
            <a:r>
              <a:t>• Locked / Blurred QR Matrix (Step 2)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Terminal shows locked QR canvas with notice 'Awaiting Controller Sanction'. Automatically unlocks on BLOCK_SANCTIONED WebSocket event.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</a:defRPr>
            </a:pPr>
            <a:r>
              <a:t>• Scannable QR Permit Display (Step 3)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Renders compact token string: RAILBLOCK-v1::REQ-7842::01::7842::MEMO-SWR-MYA-2026-081::MYA::Engineering.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</a:defRPr>
            </a:pPr>
            <a:r>
              <a:t>• POST /api/v1/orchestrator/work/complete (Step 5)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Submits completion photo proof, surrenders track possession, and certifies line fit for 130 km/h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Portal 3: Station Master Terminal Endpoints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Optical Camera QR Scanning, Signal Clamping &amp; Local Deferral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0284C7"/>
                </a:solidFill>
              </a:defRPr>
            </a:pPr>
            <a:r>
              <a:t>• GET /api/v1/orchestrator/sanctioned-blocks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Retrieves active approved possession blocks assigned to the station desk (MYA, RMGM, CPT, KGI, BID, SBC, MYS).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60 FPS WebRTC Hardware Camera Scanner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Decodes compact token string or JSON permit in real time via jsQR. Includes mobile photo upload fallback.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POST /api/v1/orchestrator/disconnection/grant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Station Master verifies QR, clamps signals at Danger, and releases track possession to Field JE. Emits DISCONNECTION_GRANTED.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POST /api/v1/orchestrator/emergency-defer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Station Master reports severe weather / local hazard. Required credentials: ID 123, PIN 123. AI auto-reschedules slot in 208ms to tomorrow night 01:30-04:00 IST.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• Previous Memos &amp; Sanctions History Tab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Searchable archive of completed and deferred memos with track restoration certificates and before/after photos.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Specialized RailBlock QR Token Specification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Compact High-Contrast Optical Format for Outdoor Camera Readability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D6B"/>
                </a:solidFill>
              </a:defRPr>
            </a:pPr>
            <a:r>
              <a:t>Format Structure (~65 Characters):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RAILBLOCK-v1::&lt;req_id&gt;::&lt;user_id&gt;::&lt;task_id&gt;::&lt;memo_code&gt;::&lt;station_code&gt;::&lt;department&gt;</a:t>
            </a:r>
          </a:p>
          <a:p>
            <a:pPr>
              <a:spcBef>
                <a:spcPts val="800"/>
              </a:spcBef>
              <a:defRPr sz="1100">
                <a:solidFill>
                  <a:srgbClr val="059669"/>
                </a:solidFill>
              </a:defRPr>
            </a:pPr>
            <a:r>
              <a:t>Concrete Example:</a:t>
            </a:r>
            <a:br/>
            <a:r>
              <a:t>RAILBLOCK-v1::REQ-7842::01::7842::MEMO-SWR-MYA-2026-081::MYA::Engineering</a:t>
            </a:r>
          </a:p>
          <a:p>
            <a:br/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Validation Rules &amp; Mechanics:</a:t>
            </a:r>
            <a:br/>
            <a:r>
              <a:t>1. Generator: createSpecializedRailBlockToken(req) in frontend/lib/store.ts.</a:t>
            </a:r>
            <a:br/>
            <a:r>
              <a:t>2. Scanner: parseAndValidateRailBlockQR(raw) decodes delimiter parts or JSON fallback.</a:t>
            </a:r>
            <a:br/>
            <a:r>
              <a:t>3. High contrast, error correction Level 'L' with margin 2 for instant 60 FPS mobile recognition.</a:t>
            </a:r>
            <a:br/>
            <a:r>
              <a:t>4. Station code matches nearest station derived from KM post (e.g. KM 105 -&gt; MYA Mandya).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Real-Time Event Bus &amp; Zero-Latency Synchronization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WebSocket Endpoint: ws://localhost:8000/api/v1/ws/updates • BroadcastChannel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2D6B"/>
                </a:solidFill>
              </a:defRPr>
            </a:pPr>
            <a:r>
              <a:t>• FIELD_DEMAND_SUBMITTED  [Field JE -&gt; Cockpit]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Requisition registered. Adds badge to Cockpit Demands Desk with audio chime.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BLOCK_SANCTIONED  [Cockpit -&gt; Field JE &amp; SM]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Demand approved. Unlocks Field JE QR permit; queues block on Station Master desk.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DISCONNECTION_GRANTED  [Station Master -&gt; Field JE &amp; Cockpit]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Signals clamped at Danger. Field JE terminal vibrates and starts Step 4 timer.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GROUND_DEFERRAL_ALERT  [Station Master -&gt; Cockpit]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Local hazard reported. Displays emergency red alert in Cockpit with auto-healed slot.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SLOT_SANCTIONED  [Cockpit -&gt; SM &amp; Field JE]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Rescheduled recovery window approved for tomorrow night 01:30-04:00 IST.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WORK_COMPLETED  [Field JE -&gt; SM &amp; Cockpit]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Block surrendered with completion photo. Track certified fit for 130 km/h line speed.</a:t>
            </a:r>
          </a:p>
          <a:p>
            <a:pPr>
              <a:spcBef>
                <a:spcPts val="600"/>
              </a:spcBef>
              <a:defRPr sz="1100" b="1">
                <a:solidFill>
                  <a:srgbClr val="0F2D6B"/>
                </a:solidFill>
              </a:defRPr>
            </a:pPr>
            <a:r>
              <a:t>• SYSTEM_RESET  [Any Portal -&gt; All 3 Portals]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Clears all mock/live state and resets terminals to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D6B"/>
                </a:solidFill>
              </a:defRPr>
            </a:pPr>
            <a:r>
              <a:t>Frontend Teammate Work Distribution &amp; Verification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Clear Ownership • 100% Automated Test Coverage • Production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TEAMMATE A: Field JE Terminal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Assigned: Frontend Engineer 1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Core Files: frontend/app/field/request/page.tsx, lib/users.ts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</a:defRPr>
            </a:pPr>
            <a:r>
              <a:t>Key Deliverables:</a:t>
            </a:r>
            <a:br/>
            <a:r>
              <a:t>• 4-Operator tenant isolation (JE-01 to JE-04) in localStorage.</a:t>
            </a:r>
            <a:br/>
            <a:r>
              <a:t>• 5-step form wizard (Requisition, Blurred QR, Unlocked QR, Timer, Surrender).</a:t>
            </a:r>
            <a:br/>
            <a:r>
              <a:t>• Defect and restoration photo upload.</a:t>
            </a:r>
            <a:br/>
            <a:r>
              <a:t>• Auto-advance on Station Master scan via BroadcastChannel &amp; WebSockets.</a:t>
            </a:r>
            <a:br/>
            <a:r>
              <a:t>• Ensure 100% Light Theme styling with Indian Railways navy accents.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TEAMMATE B: Station Master Terminal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Assigned: Frontend Engineer 2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Core Files: frontend/app/station/page.tsx, lib/stations.ts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</a:defRPr>
            </a:pPr>
            <a:r>
              <a:t>Key Deliverables:</a:t>
            </a:r>
            <a:br/>
            <a:r>
              <a:t>• WebRTC camera scanner with 60 FPS jsQR decoding.</a:t>
            </a:r>
            <a:br/>
            <a:r>
              <a:t>• Native mobile camera photo upload fallback.</a:t>
            </a:r>
            <a:br/>
            <a:r>
              <a:t>• Signal point clamping at Danger confirmation &amp; disconnection grant.</a:t>
            </a:r>
            <a:br/>
            <a:r>
              <a:t>• Ground hazard deferral modal with credentials ID 123, PIN 123.</a:t>
            </a:r>
            <a:br/>
            <a:r>
              <a:t>• Previous Memos archive tab with search, filters, and photo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